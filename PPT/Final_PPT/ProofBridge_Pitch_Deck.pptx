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roken-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trust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core-breakthroug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as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dean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team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