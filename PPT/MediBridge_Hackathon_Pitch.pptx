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MediBridge: Intelligent Medicine Accessibility &amp; Availability Network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From Prescription to Pharmacy — One Connected Network</a:t>
            </a:r>
          </a:p>
          <a:p>
            <a:r>
              <a:t>Domain: Open Innovation</a:t>
            </a:r>
          </a:p>
          <a:p>
            <a:r>
              <a:t>Team Name: Outliers</a:t>
            </a:r>
          </a:p>
          <a:p>
            <a:r>
              <a:t>Team Members: Akshar Miyani, Lubhanshi Mathur, Lakshita Sharma, Mohammad Faizan</a:t>
            </a:r>
          </a:p>
        </p:txBody>
      </p:sp>
      <p:pic>
        <p:nvPicPr>
          <p:cNvPr id="4" name="Picture 3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371600" cy="421084"/>
          </a:xfrm>
          <a:prstGeom prst="rect">
            <a:avLst/>
          </a:prstGeom>
        </p:spPr>
      </p:pic>
      <p:pic>
        <p:nvPicPr>
          <p:cNvPr id="5" name="Picture 4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82880"/>
            <a:ext cx="1371600" cy="5062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Core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Reality: Obtaining a medicine seems simple. However, having a valid prescription does not guarantee access because the patient does not know where the required medicine is actually available.</a:t>
            </a:r>
          </a:p>
          <a:p>
            <a:pPr/>
            <a:r>
              <a:t>The Rural &amp; Semi-Urban Crisis: The problem multiplies outside major cities. Patients face large distances between pharmacies, limited transportation, and zero centralized stock information.</a:t>
            </a:r>
          </a:p>
          <a:p>
            <a:pPr/>
            <a:r>
              <a:t>The Pain Point: A simple medicine search becomes a time-consuming physical journey. Patients travel from pharmacy to pharmacy, wasting money, fuel, and critical time.</a:t>
            </a:r>
          </a:p>
        </p:txBody>
      </p:sp>
      <p:pic>
        <p:nvPicPr>
          <p:cNvPr id="4" name="Picture 3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371600" cy="421084"/>
          </a:xfrm>
          <a:prstGeom prst="rect">
            <a:avLst/>
          </a:prstGeom>
        </p:spPr>
      </p:pic>
      <p:pic>
        <p:nvPicPr>
          <p:cNvPr id="5" name="Picture 4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82880"/>
            <a:ext cx="1371600" cy="5062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Actual Gap &amp; Target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Market Gap: Existing digital healthcare services focus on online consultation, medicine delivery, or finding pharmacy locations. But finding a pharmacy is NOT the same as finding a pharmacy that can fulfill a specific prescription.</a:t>
            </a:r>
          </a:p>
          <a:p>
            <a:pPr/>
            <a:r>
              <a:t>Our Focus: We are solving the 'Availability Gap' (Prescription -&gt; Medicine Requirements -&gt; Availability -&gt; Verification -&gt; Reservation -&gt; Navigation).</a:t>
            </a:r>
          </a:p>
          <a:p>
            <a:pPr/>
            <a:r>
              <a:t>Target Users: Rural patients, Elderly people, Caregivers, and Independent pharmacies.</a:t>
            </a:r>
          </a:p>
        </p:txBody>
      </p:sp>
      <p:pic>
        <p:nvPicPr>
          <p:cNvPr id="4" name="Picture 3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371600" cy="421084"/>
          </a:xfrm>
          <a:prstGeom prst="rect">
            <a:avLst/>
          </a:prstGeom>
        </p:spPr>
      </p:pic>
      <p:pic>
        <p:nvPicPr>
          <p:cNvPr id="5" name="Picture 4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82880"/>
            <a:ext cx="1371600" cy="5062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Proposed Solution: MediBridge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MediBridge? A connected platform that allows a patient to submit a prescription and determine exactly where the required medicines can be obtained locally before leaving home.</a:t>
            </a:r>
          </a:p>
          <a:p>
            <a:pPr/>
            <a:r>
              <a:t>Core User Journey:</a:t>
            </a:r>
          </a:p>
          <a:p>
            <a:pPr/>
            <a:r>
              <a:t>1. Upload: Patient uploads a photograph of a printed or handwritten prescription.</a:t>
            </a:r>
          </a:p>
          <a:p>
            <a:pPr/>
            <a:r>
              <a:t>2. Understanding: System extracts medicine names and dosages with confidence scores.</a:t>
            </a:r>
          </a:p>
          <a:p>
            <a:pPr/>
            <a:r>
              <a:t>3. Availability Search: System scans the inventory of participating local pharmacies.</a:t>
            </a:r>
          </a:p>
          <a:p>
            <a:pPr/>
            <a:r>
              <a:t>4. Complete Prescription Match: Identifies which pharmacy can fulfill 100% of the prescription.</a:t>
            </a:r>
          </a:p>
        </p:txBody>
      </p:sp>
      <p:pic>
        <p:nvPicPr>
          <p:cNvPr id="4" name="Picture 3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371600" cy="421084"/>
          </a:xfrm>
          <a:prstGeom prst="rect">
            <a:avLst/>
          </a:prstGeom>
        </p:spPr>
      </p:pic>
      <p:pic>
        <p:nvPicPr>
          <p:cNvPr id="5" name="Picture 4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82880"/>
            <a:ext cx="1371600" cy="5062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&amp; USP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'Complete My Prescription': Shows prescription fulfillment percentages (e.g., Pharmacy A: 100%).</a:t>
            </a:r>
          </a:p>
          <a:p>
            <a:pPr/>
            <a:r>
              <a:t>Advance Medicine Reservation: Reserve medicines for a specific pickup time. Pharmacy confirms, reducing travel uncertainty.</a:t>
            </a:r>
          </a:p>
          <a:p>
            <a:pPr/>
            <a:r>
              <a:t>Human Verification System: When handwritten prescriptions are unreadable, the system escalates to a local pharmacist for verification. (The system knows when it does not know).</a:t>
            </a:r>
          </a:p>
          <a:p>
            <a:pPr/>
            <a:r>
              <a:t>Rural Accessibility Mode: Voice-based searches, regional language support (Hindi, Gujarati).</a:t>
            </a:r>
          </a:p>
        </p:txBody>
      </p:sp>
      <p:pic>
        <p:nvPicPr>
          <p:cNvPr id="4" name="Picture 3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371600" cy="421084"/>
          </a:xfrm>
          <a:prstGeom prst="rect">
            <a:avLst/>
          </a:prstGeom>
        </p:spPr>
      </p:pic>
      <p:pic>
        <p:nvPicPr>
          <p:cNvPr id="5" name="Picture 4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82880"/>
            <a:ext cx="1371600" cy="5062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 (Zero-Cost &amp; Scalable)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Constraints Met: 100% Zero-Cost APIs, Web-first responsive, Python backend.</a:t>
            </a:r>
          </a:p>
          <a:p>
            <a:pPr/>
            <a:r>
              <a:t>AI/OCR Pipeline: Uses EasyOCR and PaddleOCR for cross-validated handwriting recognition; OpenCV for preprocessing; spaCy NLP for database matching.</a:t>
            </a:r>
          </a:p>
          <a:p>
            <a:pPr/>
            <a:r>
              <a:t>Frontend &amp; UI: React 19 (Vite) with Framer Motion and Vanilla CSS for Glassmorphism.</a:t>
            </a:r>
          </a:p>
          <a:p>
            <a:pPr/>
            <a:r>
              <a:t>Backend &amp; Database: Python FastAPI, Celery + Redis, PostgreSQL + PostGIS for spatial queries.</a:t>
            </a:r>
          </a:p>
          <a:p>
            <a:pPr/>
            <a:r>
              <a:t>Free Mapping: Leaflet.js and OpenStreetMap (bypassing Google Maps APIs).</a:t>
            </a:r>
          </a:p>
        </p:txBody>
      </p:sp>
      <p:pic>
        <p:nvPicPr>
          <p:cNvPr id="4" name="Picture 3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371600" cy="421084"/>
          </a:xfrm>
          <a:prstGeom prst="rect">
            <a:avLst/>
          </a:prstGeom>
        </p:spPr>
      </p:pic>
      <p:pic>
        <p:nvPicPr>
          <p:cNvPr id="5" name="Picture 4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82880"/>
            <a:ext cx="1371600" cy="5062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Medicine Availability Intelligence (Network)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Regional Shortage Detection: Analyzes network searches vs. availability to flag potential regional shortages (e.g., Demand: 87%, Availability: 22% -&gt; Potential Shortage Alert).</a:t>
            </a:r>
          </a:p>
          <a:p>
            <a:pPr/>
            <a:r>
              <a:t>Pharmacy-to-Pharmacy Assistance: If Pharmacy A has 2/3 of the medicines and Pharmacy B has the rest, the network allows them to coordinate.</a:t>
            </a:r>
          </a:p>
          <a:p>
            <a:pPr/>
            <a:r>
              <a:t>Inventory &amp; Expiry Awareness: Provides local pharmacies with data on frequently requested medicines and upcoming inventory expiries.</a:t>
            </a:r>
          </a:p>
        </p:txBody>
      </p:sp>
      <p:pic>
        <p:nvPicPr>
          <p:cNvPr id="4" name="Picture 3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371600" cy="421084"/>
          </a:xfrm>
          <a:prstGeom prst="rect">
            <a:avLst/>
          </a:prstGeom>
        </p:spPr>
      </p:pic>
      <p:pic>
        <p:nvPicPr>
          <p:cNvPr id="5" name="Picture 4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82880"/>
            <a:ext cx="1371600" cy="5062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Feasibility, Safety &amp; Social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Economic Feasibility: Open-source AI and free mapping tools ensure zero API costs, making it highly sustainable for scaling.</a:t>
            </a:r>
          </a:p>
          <a:p>
            <a:pPr/>
            <a:r>
              <a:t>Privacy &amp; Safety Philosophy: Collects only what is necessary. MediBridge is an accessibility platform, not a doctor. AI handles efficiency; Humans handle ambiguity.</a:t>
            </a:r>
          </a:p>
          <a:p>
            <a:pPr/>
            <a:r>
              <a:t>Social &amp; Environmental Impact: Drastically reduces out-of-pocket transportation expenses, lost working hours, and carbon emissions from multi-pharmacy trips.</a:t>
            </a:r>
          </a:p>
        </p:txBody>
      </p:sp>
      <p:pic>
        <p:nvPicPr>
          <p:cNvPr id="4" name="Picture 3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371600" cy="421084"/>
          </a:xfrm>
          <a:prstGeom prst="rect">
            <a:avLst/>
          </a:prstGeom>
        </p:spPr>
      </p:pic>
      <p:pic>
        <p:nvPicPr>
          <p:cNvPr id="5" name="Picture 4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82880"/>
            <a:ext cx="1371600" cy="5062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Outliers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Akshar Miyani</a:t>
            </a:r>
          </a:p>
          <a:p>
            <a:pPr/>
            <a:r>
              <a:t>Lubhanshi Mathur</a:t>
            </a:r>
          </a:p>
          <a:p>
            <a:pPr/>
            <a:r>
              <a:t>Lakshita Sharma</a:t>
            </a:r>
          </a:p>
          <a:p>
            <a:pPr/>
            <a:r>
              <a:t>Mohammad Faizan</a:t>
            </a:r>
          </a:p>
          <a:p>
            <a:pPr/>
          </a:p>
          <a:p>
            <a:pPr/>
            <a:r>
              <a:t>Vision: To build a connected network where a prescription does not become a search problem.</a:t>
            </a:r>
          </a:p>
        </p:txBody>
      </p:sp>
      <p:pic>
        <p:nvPicPr>
          <p:cNvPr id="4" name="Picture 3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371600" cy="421084"/>
          </a:xfrm>
          <a:prstGeom prst="rect">
            <a:avLst/>
          </a:prstGeom>
        </p:spPr>
      </p:pic>
      <p:pic>
        <p:nvPicPr>
          <p:cNvPr id="5" name="Picture 4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82880"/>
            <a:ext cx="1371600" cy="5062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