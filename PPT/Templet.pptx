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Playfair Display" pitchFamily="2" charset="77"/>
      <p:regular r:id="rId10"/>
      <p:bold r:id="rId11"/>
      <p:italic r:id="rId12"/>
      <p:boldItalic r:id="rId13"/>
    </p:embeddedFon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Poppins Light" panose="00000400000000000000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7"/>
  </p:normalViewPr>
  <p:slideViewPr>
    <p:cSldViewPr snapToGrid="0">
      <p:cViewPr varScale="1">
        <p:scale>
          <a:sx n="110" d="100"/>
          <a:sy n="110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13D027A-A40D-1CF1-166C-C51061C8C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B750601-5DFA-F438-46DF-BCD655C92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1A6A0A5-485D-443E-F93A-FA0B0FA5DC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7804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414337"/>
            <a:ext cx="9391650" cy="60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85511" y="1533525"/>
            <a:ext cx="782097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INTERNATIONAL INNOVATION </a:t>
            </a:r>
            <a:r>
              <a:rPr lang="en-US" sz="4800" b="1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4471987" y="40052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Theme-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471987" y="455771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Idea Title-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471987" y="51101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 Name (Registered on portal)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3362" y="4033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43362" y="45862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3362" y="5138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E7922C-D65A-4A22-8F20-6A8FB0158D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323" y="588918"/>
            <a:ext cx="2844187" cy="873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A44B1-CD48-B725-0E2D-7F4DFB455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1713" y="588918"/>
            <a:ext cx="1877963" cy="972367"/>
          </a:xfrm>
          <a:prstGeom prst="rect">
            <a:avLst/>
          </a:prstGeom>
        </p:spPr>
      </p:pic>
      <p:sp>
        <p:nvSpPr>
          <p:cNvPr id="7" name="Google Shape;111;p14">
            <a:extLst>
              <a:ext uri="{FF2B5EF4-FFF2-40B4-BE49-F238E27FC236}">
                <a16:creationId xmlns:a16="http://schemas.microsoft.com/office/drawing/2014/main" id="{B0B7FDCA-5857-D492-02A9-B3CA0036752A}"/>
              </a:ext>
            </a:extLst>
          </p:cNvPr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Proposed Solution (Describe your Idea/ Solution/ Prototype)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Detailed explanation of the proposed solution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How it addresses the problem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Innovation and uniqueness of the solution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IDEA TITLE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B18FF61-1857-DD5F-D4B4-32B1030BFE8C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1AED31AE-ABCF-23A6-5C8B-83D0AC31EAE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1F32D93C-7343-8AF4-F453-702DCD511F7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86100"/>
            <a:ext cx="52387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086100"/>
            <a:ext cx="52387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50582" y="347662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Technologies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Technologies to be used (e.g. Programming Languages, Frameworks, Hardware)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6660832" y="347662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677227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Methodology and process for implementation (Flow Charts / Images / Working Prototype)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TECHNICAL APPROACH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E2B5A-0D8D-0AB1-E15B-5102336B7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9BBD4A-0CA1-32F3-26D6-3379A9124AC1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E85BF679-52A2-A2B8-04BF-1A2CCF3119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6A9C8AA2-5CCF-3436-C5FD-C0ADC42FFDE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3238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720929" y="3810000"/>
            <a:ext cx="113014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42576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Analysis of the Feasibility of the Idea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490924" y="3810000"/>
            <a:ext cx="121015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Challenges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4776787" y="4257675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Potential Challenges &amp; Risks</a:t>
            </a:r>
            <a:endParaRPr dirty="0"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9312" y="32385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360931" y="3810000"/>
            <a:ext cx="10901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Strategies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8486775" y="42576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Strategies to overcome this challenges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 AND VIABILITY</a:t>
            </a:r>
            <a:endParaRPr dirty="0"/>
          </a:p>
        </p:txBody>
      </p:sp>
      <p:sp>
        <p:nvSpPr>
          <p:cNvPr id="144" name="Google Shape;144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687175" y="6467475"/>
            <a:ext cx="219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39AD2-9821-3F8D-A3D6-35A48800D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82BC47-C1E8-211A-F7F3-99B987C7EA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C50263B4-4851-C499-7453-724CE8EF500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ED84BD7-0591-5A0E-6A51-006CBA369A9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7"/>
          <p:cNvSpPr txBox="1"/>
          <p:nvPr/>
        </p:nvSpPr>
        <p:spPr>
          <a:xfrm>
            <a:off x="1000125" y="1683172"/>
            <a:ext cx="4619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Potential Impact on the target audience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957415" y="2197585"/>
            <a:ext cx="886523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Benefits of the solution (Social, Economic, Environmental, etc.)</a:t>
            </a:r>
            <a:endParaRPr dirty="0"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117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6419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180147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Google Shape;143;p16">
            <a:extLst>
              <a:ext uri="{FF2B5EF4-FFF2-40B4-BE49-F238E27FC236}">
                <a16:creationId xmlns:a16="http://schemas.microsoft.com/office/drawing/2014/main" id="{3CAF39FC-C49D-1484-968C-D8CC6B6281EE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 AND BENEFITS</a:t>
            </a:r>
            <a:endParaRPr dirty="0"/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FDB0C6B6-D604-F5FA-8C1F-20E675C8EE7E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EAE13-7287-2B9A-1824-778F4241D5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816A02-64BD-FBFB-2E8F-FE68591AE81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0FC4E61E-2819-88A1-4D2E-25F6C534E60D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62BE52A-6744-24D5-7827-BF7ABFAE66D8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4735" y="1661038"/>
            <a:ext cx="10491634" cy="480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682747"/>
            <a:ext cx="929116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600" b="1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r>
              <a:rPr lang="en-US" dirty="0">
                <a:sym typeface="Playfair Display"/>
              </a:rPr>
              <a:t>RESEARCH AND REFERENCES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1C9CA6-2431-0A69-98BB-5E30EED6A492}"/>
              </a:ext>
            </a:extLst>
          </p:cNvPr>
          <p:cNvGrpSpPr/>
          <p:nvPr/>
        </p:nvGrpSpPr>
        <p:grpSpPr>
          <a:xfrm>
            <a:off x="2306177" y="3813418"/>
            <a:ext cx="8058150" cy="375455"/>
            <a:chOff x="2168525" y="4214995"/>
            <a:chExt cx="8058150" cy="375455"/>
          </a:xfrm>
        </p:grpSpPr>
        <p:sp>
          <p:nvSpPr>
            <p:cNvPr id="168" name="Google Shape;168;p18"/>
            <p:cNvSpPr txBox="1"/>
            <p:nvPr/>
          </p:nvSpPr>
          <p:spPr>
            <a:xfrm>
              <a:off x="2168525" y="4214995"/>
              <a:ext cx="8058150" cy="365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25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Details / Links of the reference and research work</a:t>
              </a:r>
              <a:endParaRPr dirty="0"/>
            </a:p>
          </p:txBody>
        </p:sp>
        <p:pic>
          <p:nvPicPr>
            <p:cNvPr id="169" name="Google Shape;169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69920" y="4361850"/>
              <a:ext cx="285750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8"/>
          <p:cNvSpPr txBox="1"/>
          <p:nvPr/>
        </p:nvSpPr>
        <p:spPr>
          <a:xfrm>
            <a:off x="11696700" y="6467475"/>
            <a:ext cx="209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84B2B-35C3-CD70-ED94-211E6AF95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919" y="141850"/>
            <a:ext cx="2259114" cy="1169718"/>
          </a:xfrm>
          <a:prstGeom prst="rect">
            <a:avLst/>
          </a:prstGeom>
        </p:spPr>
      </p:pic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D7515F0B-1E18-86AF-90B0-D093B0E72B20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9857CB4-7072-0A2C-E999-79BE1147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039F41B2-B5D9-3609-74DD-C426390DD1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>
            <a:extLst>
              <a:ext uri="{FF2B5EF4-FFF2-40B4-BE49-F238E27FC236}">
                <a16:creationId xmlns:a16="http://schemas.microsoft.com/office/drawing/2014/main" id="{90DDA3D6-E1F3-90FD-5A56-E6E98B41B12B}"/>
              </a:ext>
            </a:extLst>
          </p:cNvPr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15A034E-A8C8-1033-74A8-3B91B9845EF8}"/>
              </a:ext>
            </a:extLst>
          </p:cNvPr>
          <p:cNvGrpSpPr/>
          <p:nvPr/>
        </p:nvGrpSpPr>
        <p:grpSpPr>
          <a:xfrm>
            <a:off x="571500" y="1696998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>
              <a:extLst>
                <a:ext uri="{FF2B5EF4-FFF2-40B4-BE49-F238E27FC236}">
                  <a16:creationId xmlns:a16="http://schemas.microsoft.com/office/drawing/2014/main" id="{56D3A1F3-92BF-5341-02C6-81AE4C549E6D}"/>
                </a:ext>
              </a:extLst>
            </p:cNvPr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PPT submission is compulsory</a:t>
              </a:r>
              <a:endParaRPr dirty="0"/>
            </a:p>
          </p:txBody>
        </p:sp>
        <p:pic>
          <p:nvPicPr>
            <p:cNvPr id="105" name="Google Shape;105;p14" descr="image.png">
              <a:extLst>
                <a:ext uri="{FF2B5EF4-FFF2-40B4-BE49-F238E27FC236}">
                  <a16:creationId xmlns:a16="http://schemas.microsoft.com/office/drawing/2014/main" id="{E8075BB2-C619-8D8C-82ED-B724685C00A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4B0C1A2-18CF-36B7-BF60-EEA2D5CC6B15}"/>
              </a:ext>
            </a:extLst>
          </p:cNvPr>
          <p:cNvGrpSpPr/>
          <p:nvPr/>
        </p:nvGrpSpPr>
        <p:grpSpPr>
          <a:xfrm>
            <a:off x="571500" y="2227320"/>
            <a:ext cx="9516398" cy="761747"/>
            <a:chOff x="571500" y="3657600"/>
            <a:chExt cx="9516398" cy="761747"/>
          </a:xfrm>
        </p:grpSpPr>
        <p:sp>
          <p:nvSpPr>
            <p:cNvPr id="101" name="Google Shape;101;p14">
              <a:extLst>
                <a:ext uri="{FF2B5EF4-FFF2-40B4-BE49-F238E27FC236}">
                  <a16:creationId xmlns:a16="http://schemas.microsoft.com/office/drawing/2014/main" id="{547489CF-7611-6A56-7E12-230A70D22BB4}"/>
                </a:ext>
              </a:extLst>
            </p:cNvPr>
            <p:cNvSpPr txBox="1"/>
            <p:nvPr/>
          </p:nvSpPr>
          <p:spPr>
            <a:xfrm>
              <a:off x="1000126" y="3657600"/>
              <a:ext cx="9087772" cy="761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Follow the color scheme for slides. You can </a:t>
              </a:r>
              <a:r>
                <a:rPr lang="en-US" sz="1650" b="1" i="0" u="sng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delete</a:t>
              </a: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GUIDELINES slide when you upload the details of your idea</a:t>
              </a:r>
              <a:endParaRPr dirty="0"/>
            </a:p>
          </p:txBody>
        </p:sp>
        <p:pic>
          <p:nvPicPr>
            <p:cNvPr id="106" name="Google Shape;106;p14" descr="image.png">
              <a:extLst>
                <a:ext uri="{FF2B5EF4-FFF2-40B4-BE49-F238E27FC236}">
                  <a16:creationId xmlns:a16="http://schemas.microsoft.com/office/drawing/2014/main" id="{0D644168-B311-3FE8-3B7D-A115F5E23F7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13DAC4E-B636-B739-9CFD-5D9023510ABC}"/>
              </a:ext>
            </a:extLst>
          </p:cNvPr>
          <p:cNvGrpSpPr/>
          <p:nvPr/>
        </p:nvGrpSpPr>
        <p:grpSpPr>
          <a:xfrm>
            <a:off x="571500" y="3035408"/>
            <a:ext cx="10696268" cy="380873"/>
            <a:chOff x="571500" y="4210050"/>
            <a:chExt cx="10696268" cy="380873"/>
          </a:xfrm>
        </p:grpSpPr>
        <p:sp>
          <p:nvSpPr>
            <p:cNvPr id="102" name="Google Shape;102;p14">
              <a:extLst>
                <a:ext uri="{FF2B5EF4-FFF2-40B4-BE49-F238E27FC236}">
                  <a16:creationId xmlns:a16="http://schemas.microsoft.com/office/drawing/2014/main" id="{88EF4594-B134-F2E2-4ECC-638970D7354B}"/>
                </a:ext>
              </a:extLst>
            </p:cNvPr>
            <p:cNvSpPr txBox="1"/>
            <p:nvPr/>
          </p:nvSpPr>
          <p:spPr>
            <a:xfrm>
              <a:off x="1000125" y="4210050"/>
              <a:ext cx="10267643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Kindly keep the maximum slide limit up to 09 pages.</a:t>
              </a:r>
              <a:endParaRPr dirty="0"/>
            </a:p>
          </p:txBody>
        </p:sp>
        <p:pic>
          <p:nvPicPr>
            <p:cNvPr id="107" name="Google Shape;107;p14" descr="image.png">
              <a:extLst>
                <a:ext uri="{FF2B5EF4-FFF2-40B4-BE49-F238E27FC236}">
                  <a16:creationId xmlns:a16="http://schemas.microsoft.com/office/drawing/2014/main" id="{581FAA9C-A1D3-A4DA-9E13-FF32187DBDD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6D3E576-2E03-54AD-37FC-16815A0CD711}"/>
              </a:ext>
            </a:extLst>
          </p:cNvPr>
          <p:cNvGrpSpPr/>
          <p:nvPr/>
        </p:nvGrpSpPr>
        <p:grpSpPr>
          <a:xfrm>
            <a:off x="571500" y="3568194"/>
            <a:ext cx="10977715" cy="380873"/>
            <a:chOff x="571500" y="4762500"/>
            <a:chExt cx="10977715" cy="380873"/>
          </a:xfrm>
        </p:grpSpPr>
        <p:sp>
          <p:nvSpPr>
            <p:cNvPr id="103" name="Google Shape;103;p14">
              <a:extLst>
                <a:ext uri="{FF2B5EF4-FFF2-40B4-BE49-F238E27FC236}">
                  <a16:creationId xmlns:a16="http://schemas.microsoft.com/office/drawing/2014/main" id="{8A116430-27B4-2A89-96B0-B68DEEC09B04}"/>
                </a:ext>
              </a:extLst>
            </p:cNvPr>
            <p:cNvSpPr txBox="1"/>
            <p:nvPr/>
          </p:nvSpPr>
          <p:spPr>
            <a:xfrm>
              <a:off x="1000125" y="4762500"/>
              <a:ext cx="10549090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Try to avoid paragraphs and post your ideas in points.</a:t>
              </a:r>
              <a:endParaRPr dirty="0"/>
            </a:p>
          </p:txBody>
        </p:sp>
        <p:pic>
          <p:nvPicPr>
            <p:cNvPr id="108" name="Google Shape;108;p14" descr="image.png">
              <a:extLst>
                <a:ext uri="{FF2B5EF4-FFF2-40B4-BE49-F238E27FC236}">
                  <a16:creationId xmlns:a16="http://schemas.microsoft.com/office/drawing/2014/main" id="{2E0DE1EC-EA9C-7F89-6C4F-14B6F4205C8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FA6E1960-10B6-BF2B-F7C1-FF293A2827EC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GUIDELINES</a:t>
            </a:r>
            <a:endParaRPr dirty="0"/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DD23B182-D1B6-847C-30B5-ABB40C54FC23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32CC38D5-8E31-0DB0-B87A-C8B6BF84879A}"/>
              </a:ext>
            </a:extLst>
          </p:cNvPr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9E711D-45A5-254E-A04D-E7629064DD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919" y="141850"/>
            <a:ext cx="2259114" cy="116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53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187</Words>
  <Application>Microsoft Macintosh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Poppins</vt:lpstr>
      <vt:lpstr>Poppins Light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Keshav Anand [CCE - 2024]</cp:lastModifiedBy>
  <cp:revision>8</cp:revision>
  <dcterms:modified xsi:type="dcterms:W3CDTF">2026-06-30T18:47:20Z</dcterms:modified>
</cp:coreProperties>
</file>